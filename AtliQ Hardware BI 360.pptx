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44" d="100"/>
          <a:sy n="44" d="100"/>
        </p:scale>
        <p:origin x="509" y="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1A1E60-464A-4F42-8ABA-DAF8AE6FA44D}"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FFF4B-F9CA-4E2C-849C-00A320B2F46C}" type="slidenum">
              <a:rPr lang="en-IN" smtClean="0"/>
              <a:t>‹#›</a:t>
            </a:fld>
            <a:endParaRPr lang="en-IN"/>
          </a:p>
        </p:txBody>
      </p:sp>
    </p:spTree>
    <p:extLst>
      <p:ext uri="{BB962C8B-B14F-4D97-AF65-F5344CB8AC3E}">
        <p14:creationId xmlns:p14="http://schemas.microsoft.com/office/powerpoint/2010/main" val="3082131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Net Sales Performance over time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waterfallChart</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scatterChart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NP% visual</a:t>
            </a:r>
            <a:endParaRPr dirty="0"/>
          </a:p>
          <a:p>
            <a:r>
              <a:rPr b="0" dirty="0"/>
              <a:t>No alt text provided</a:t>
            </a:r>
            <a:endParaRPr dirty="0"/>
          </a:p>
          <a:p>
            <a:endParaRPr dirty="0"/>
          </a:p>
          <a:p>
            <a:r>
              <a:rPr b="1" dirty="0"/>
              <a:t>GM% button</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lineClusteredColumnComboChart</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kpi</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lineStackedColumnComboChart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ribbonChart</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5/1/2025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dc1f8cd2-0969-4484-ab9a-0be5c397afe3/?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dc1f8cd2-0969-4484-ab9a-0be5c397afe3/?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dc1f8cd2-0969-4484-ab9a-0be5c397afe3/?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dc1f8cd2-0969-4484-ab9a-0be5c397afe3/?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dc1f8cd2-0969-4484-ab9a-0be5c397afe3/?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dc1f8cd2-0969-4484-ab9a-0be5c397afe3/?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image ,image ,image ,image ,image ,image ,textbox ,textbox ,textbox ,textbox ,textbox ,textbox ,textbox ,textbox ,textbox ,textbox ,textbox ,textbox ,textbox ,shape ,card ,textbox ,card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Home Page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pivotTable ,slicer ,slicer ,slicer ,Net Sales Performance over time ,pivotTable ,pivotTable ,card ,card ,textbox ,slicer ,slicer ,slicer ,kpi ,textbox ,kpi ,textbox ,kpi ,textbox ,image ,shape ,image ,image ,image ,image ,image ,image ,shape ,textbox ,slicer ,card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Finance 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icer ,slicer ,slicer ,textbox ,slicer ,slicer ,slicer ,image ,shape ,image ,image ,image ,image ,image ,image ,shape ,donutChart ,donutChart ,textbox ,shape ,textbox ,scatterChart ,tableEx ,textbox ,pivotTable ,slicer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Sales 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icer ,slicer ,slicer ,textbox ,slicer ,slicer ,slicer ,image ,shape ,image ,image ,image ,image ,image ,image ,shape ,textbox ,shape ,textbox ,textbox ,donutChart ,waterfallChart ,pivotTable ,pivotTable ,scatterChart ,actionButton ,NP% visual ,GM% butt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Marketing 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icer ,slicer ,slicer ,textbox ,slicer ,slicer ,slicer ,kpi ,textbox ,kpi ,textbox ,kpi ,textbox ,image ,shape ,image ,image ,image ,image ,image ,image ,shape ,lineClusteredColumnComboChart ,tableEx ,pivotTable ,textbox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Supply Chain 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icer ,slicer ,slicer ,pivotTable ,textbox ,slicer ,slicer ,slicer ,kpi ,textbox ,kpi ,textbox ,kpi ,textbox ,image ,shape ,image ,image ,image ,image ,image ,image ,shape ,textbox ,slicer ,card ,textbox ,kpi ,donutChart ,textbox ,donutChart ,textbox ,pivotTable ,lineStackedColumnComboChart ,textbox ,ribbonChart ,pivotTable ,textbox ,textbox ,textbox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Executive View</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921</Words>
  <Application>Microsoft Office PowerPoint</Application>
  <PresentationFormat>Widescreen</PresentationFormat>
  <Paragraphs>540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Custom Design</vt:lpstr>
      <vt:lpstr>Home Page</vt:lpstr>
      <vt:lpstr>Finance View</vt:lpstr>
      <vt:lpstr>Sales View</vt:lpstr>
      <vt:lpstr>Marketing View</vt:lpstr>
      <vt:lpstr>Supply Chain View</vt:lpstr>
      <vt:lpstr>Executive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Jibi Mariyam</cp:lastModifiedBy>
  <cp:revision>5</cp:revision>
  <dcterms:created xsi:type="dcterms:W3CDTF">2016-09-04T11:54:55Z</dcterms:created>
  <dcterms:modified xsi:type="dcterms:W3CDTF">2025-05-01T07:54:34Z</dcterms:modified>
</cp:coreProperties>
</file>